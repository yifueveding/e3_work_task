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$18.9M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$21.4M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(+0.03%)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10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10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2514E"/>
                </a:solidFill>
                <a:latin typeface="Calibri"/>
              </a:rPr>
              <a:t>Price basis: Real-Time (RT) prices used throughout — reflects the actual settlement value of energy at the time it is physically delivered.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0312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10312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RT price).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3375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33756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4-hr duration (200 MWh ÷ 50 MW). 1 full cycle/day: charge the day's 4 lowest-price hours, discharge the 4 highest-price hours. Perfect real-time price foresight; round-trip efficiency = 100% (per given input); no degradation or cycling cost; energy arbitrage only (no capacity/ancillary revenue).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43484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7200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572000"/>
            <a:ext cx="8549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Solar identical to standalone. Storage charges first from otherwise-clipped/curtailed solar (zero cost), then tops up from the grid at the day's lowest remaining prices; discharge unchanged.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669280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8521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10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$18.91M (551,454 MWh delivered; avg. capture price $34.29/MWh).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$2.47M ($49.48/kW-yr, $12.37/kWh-yr) —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$21.39M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($21,391,036) exceeds the simple sum of standalone solar + standalone storage ($21,384,178) by just $6,857 (+0.03%).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(+0.03%)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10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degradation/augmentation, multi-cycle-per-day dispatch where economic.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Likely the single biggest gap in the Q2 analysis.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10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~21 yrs, Standalone Storage ~30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Matches standalone solar's payback almost exactly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real-time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