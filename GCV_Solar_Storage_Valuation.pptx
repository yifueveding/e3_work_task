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(+0.04%)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~22-year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10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Day-Ahead (DA) prices used throughout — the standard settlement mechanism for a utility-scale resource's bulk energy position.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day-ahead price foresight; round-trip efficiency = 100% (per given input); no degradation or cycling cost; energy arbitrage only (no capacity/ancillary revenue).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10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$1.72M ($34.47/kW-yr, $8.62/kWh-yr)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$20.54M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($20,535,198) exceeds the simple sum of standalone solar + standalone storage ($20,527,496) by just $7,701 (+0.04%).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(+0.04%)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10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Likely the single biggest gap in the Q2 analysis.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10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1188"/>
            <a:ext cx="7040880" cy="3081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~22 yrs, Standalone Storage ~44 yrs, Combined ~22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looks uneconomic here because only day-ahead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