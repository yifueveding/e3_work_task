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6"/>
    <p:restoredTop sz="94691"/>
  </p:normalViewPr>
  <p:slideViewPr>
    <p:cSldViewPr snapToGrid="0" snapToObjects="1">
      <p:cViewPr varScale="1">
        <p:scale>
          <a:sx n="213" d="100"/>
          <a:sy n="213" d="100"/>
        </p:scale>
        <p:origin x="10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$20.5M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(+0.04%)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~22-year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10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10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2514E"/>
                </a:solidFill>
                <a:latin typeface="Calibri"/>
              </a:rPr>
              <a:t>Price basis: Day-Ahead (DA) prices used throughout — the standard settlement mechanism for a utility-scale resource's bulk energy position.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103120"/>
            <a:ext cx="8549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DA price).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8549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4-hr duration (200 MWh ÷ 50 MW). 1 full cycle/day: charge the day's 4 lowest-price hours, discharge the 4 highest-price hours. Perfect day-ahead price foresight; round-trip efficiency = 100% (per given input); no degradation or cycling cost; energy arbitrage only (no capacity/ancillary revenue).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3484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45720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572000"/>
            <a:ext cx="85496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Solar identical to standalone. Storage charges first from otherwise-clipped/curtailed solar (zero cost), then tops up from the grid at the day's lowest remaining prices; discharge unchanged.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66928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10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$18.80M (551,454 MWh delivered; avg. capture price $34.10/MWh).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$1.72M ($34.47/kW-yr, $8.62/kWh-yr) —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$20.54M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($20,535,198) exceeds the simple sum of standalone solar + standalone storage ($20,527,496) by just $7,701 (+0.04%).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400" b="0" i="0">
              <a:solidFill>
                <a:srgbClr val="52514E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(+0.04%)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10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degradation/augmentation, multi-cycle-per-day dispatch where economic.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Likely the single biggest gap in the Q2 analysis.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10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31188"/>
            <a:ext cx="7040880" cy="3081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~22 yrs, Standalone Storage ~44 yrs, Combined ~22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Matches standalone solar's payback almost exactly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looks uneconomic here because only day-ahead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1590</Words>
  <Application>Microsoft Macintosh PowerPoint</Application>
  <PresentationFormat>Widescreen</PresentationFormat>
  <Paragraphs>130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Yifu Ding</cp:lastModifiedBy>
  <cp:revision>1</cp:revision>
  <dcterms:created xsi:type="dcterms:W3CDTF">2013-01-27T09:14:16Z</dcterms:created>
  <dcterms:modified xsi:type="dcterms:W3CDTF">2026-09-14T15:39:39Z</dcterms:modified>
  <cp:category/>
</cp:coreProperties>
</file>