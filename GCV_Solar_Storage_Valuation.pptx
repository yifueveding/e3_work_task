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(+0.05%)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12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Day-Ahead vs. Real-Time Price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12</a:t>
            </a:r>
          </a:p>
        </p:txBody>
      </p:sp>
      <p:pic>
        <p:nvPicPr>
          <p:cNvPr id="8" name="Picture 7" descr="monthly_da_rt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9851"/>
            <a:ext cx="7040880" cy="36612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Annual average: DA $33.94/MWh vs. RT $33.47/MWh — the two track closely across the year.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RT runs below DA in most months, consistent with DA carrying a modest forward-risk premium.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Sep is the exception: RT ($37.54) jumps well above DA ($30.50), reflecting real-time volatility/spikes not priced into the day-ahead market.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Winter (Feb) and summer (Jul) peaks hold in both series, just slightly damped in real-time.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This DA/RT gap is the justification for using DA prices in the Q2 dispatch model (Slide 6) — see the methodology note there.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12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300 MW-DC / 250 MW-AC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Solar Size / Inverter 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613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585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50 MW / 200 MWh (4-hr)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Storage Power /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906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06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Round-Trip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7255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227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Day-Ahead (DA)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227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Price Basis — see note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048256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98781"/>
                </a:solidFill>
                <a:latin typeface="Calibri"/>
              </a:rPr>
              <a:t>Notation: p_t = hourly price ($/MWh); s_t = normalized solar shape; G_t = delivered solar MW.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0864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505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450592"/>
            <a:ext cx="8549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DA price).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4436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175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17520"/>
            <a:ext cx="8549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Per-day linear program (50 MW power limit, 200 MWh energy limit, SOC starts at 0) chooses the revenue-maximizing hourly charge/discharge schedule — letting the optimizer find multiple cycles/day when DA prices oscillate enough. Perfect day-ahead price foresight; RTE = 100% (per given input); no degradation/cycling cost; energy arbitrage only in this base case (see Reserve Scenario row below).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6849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416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041648"/>
            <a:ext cx="8549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Solar identical to standalone. Storage uses the same per-day LP, except charging can draw up to 50 MW/hr for $0 from that hour's otherwise-clipped solar before paying the grid price for any remaining need.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72584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45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745736"/>
            <a:ext cx="8549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capacity, classified hour-by-hour from the actual LP dispatch. Solar cannot provide reserve (variable, non-dispatchable) → $0. Storage → +$0.78M. Details on Slide 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5099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790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 Note: we use DA prices specifically because the LP dispatch assumes perfect price foresight — realistic under DA (published in advance) but not under real-time (not knowable in advance). A parallel RT-basis run earns modestly more (solar $18.91M, storage $2.73M) precisely because it credits foreknowledge an RT-only strategy wouldn't really have.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12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$1.98M ($39.56/kW-yr, $9.89/kWh-yr) — multi-cycle LP-optimized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$20.79M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($20,791,797) exceeds the simple sum of standalone solar + standalone storage ($20,781,773) by just $10,023 (+0.05%).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12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is classified hour-by-hour from its actual Q2b/c LP dispatch (footroom while charging, headroom while discharging, both simultaneously while idle) → +$0.78M (+39.5%). Combined reserve comes entirely from the storage component → +$0.78M (+3.8%).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(+0.05%)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12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 cost. Q2b already uses a per-day LP that finds multi-cycle dispatch under a zero-cost assumption — adding a realistic per-cycle degradation cost would temper that toward an economically optimal cycling frequency.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INTERCONNECTION SENSITIVITY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150 MW POI Limit Cuts Solar Revenue, but Storage Cushions the Blow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12 / 12</a:t>
            </a:r>
          </a:p>
        </p:txBody>
      </p:sp>
      <p:pic>
        <p:nvPicPr>
          <p:cNvPr id="8" name="Picture 7" descr="q2_energy_onl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991" y="1325880"/>
            <a:ext cx="7023537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07492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Beyond the base exercise: re-runs Q2 with a 150 MW point-of-interconnection limit (vs. the unconstrained base case) to test sensitivity to a realistic POI constraint.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Standalone solar revenue falls from $18.80M to $15.70M (-16.5%) as more output is clipped at the tighter POI.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Standalone storage is unaffected ($1.98M, sized independently of the solar POI) — but paired with solar, storage revenue nearly doubles ($1.99M → $4.34M) as the added clipping gives it more free charging opportunities.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Net effect: combined revenue falls only 8.4% ($20.79M → $19.04M) — about half the standalone-solar decline, since storage recaptures roughly 57% of the otherwise-lost solar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