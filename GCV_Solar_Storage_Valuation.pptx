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Real-Time (RT)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caveat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3133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90448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904488"/>
            <a:ext cx="8549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3542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60857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608576"/>
            <a:ext cx="8549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capacity. Solar cannot provide reserve (variable, non-dispatchable) → $0. Storage offers footroom while charging, headroom while discharging, both simultaneously while idle → +$0.91M.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46811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Caveat: RT-basis storage dispatch assumes perfect real-time foresight — a stronger assumption than DA foresight, since DA prices are published in advance and RT prices are not; a DA-basis run would be a useful sensitivity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reuses the Q2b/c daily schedule (footroom while charging, headroom while discharging, both simultaneously while idle) → +$0.91M (+36.9%). Combined reserve comes entirely from the storage component → +$0.91M (+4.3%).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