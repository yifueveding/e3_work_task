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(+0.03%)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2514E"/>
                </a:solidFill>
                <a:latin typeface="Calibri"/>
              </a:rPr>
              <a:t>Price basis: Real-Time (RT) prices used throughout — reflects the actual settlement value of energy at the time it is physically delivered.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920240"/>
            <a:ext cx="8549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RT price).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54203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3347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633472"/>
            <a:ext cx="8549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real-time price foresight; round-trip efficiency = 100% (per given input); no degradation or cycling cost; energy arbitrage only in this base case (see Reserve Scenario row below).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60273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69417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94176"/>
            <a:ext cx="85496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46227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55371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53712"/>
            <a:ext cx="854964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capacity. Solar cannot provide reserve (variable, non-dispatchable) → $0. Storage offers footroom while charging, headroom while discharging, both simultaneously while idle → +$0.91M. Details on Slide 8.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59612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$18.91M (551,454 MWh delivered; avg. capture price $34.29/MWh).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$2.47M ($49.48/kW-yr, $12.37/kWh-yr)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$21.39M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($21,391,036) exceeds the simple sum of standalone solar + standalone storage ($21,384,178) by just $6,857 (+0.03%).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reuses the Q2b/c daily schedule (footroom while charging, headroom while discharging, both simultaneously while idle) → +$0.91M (+36.9%). Combined reserve comes entirely from the storage component → +$0.91M (+4.3%).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(+0.03%)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~21 yrs, Standalone Storage ~30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real-time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