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(+0.05%)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11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11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300 MW-DC / 250 MW-AC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Solar Size / Inverter 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613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585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50 MW / 200 MWh (4-hr)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85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Storage Power /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906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06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Round-Trip 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7255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227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Day-Ahead (DA)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227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Price Basis — see note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048256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98781"/>
                </a:solidFill>
                <a:latin typeface="Calibri"/>
              </a:rPr>
              <a:t>Notation: p_t = hourly price ($/MWh); s_t = normalized solar shape; G_t = delivered solar MW.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40864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4505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450592"/>
            <a:ext cx="8549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DA price).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44368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175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17520"/>
            <a:ext cx="8549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Per-day linear program (50 MW power limit, 200 MWh energy limit, SOC starts at 0) chooses the revenue-maximizing hourly charge/discharge schedule — letting the optimizer find multiple cycles/day when DA prices oscillate enough. Perfect day-ahead price foresight; RTE = 100% (per given input); no degradation/cycling cost; energy arbitrage only in this base case (see Reserve Scenario row below).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68496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416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041648"/>
            <a:ext cx="8549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Solar identical to standalone. Storage uses the same per-day LP, except charging can draw up to 50 MW/hr for $0 from that hour's otherwise-clipped solar before paying the grid price for any remaining need.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72584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45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Reserve Scenario (Q2d)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745736"/>
            <a:ext cx="8549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Extension beyond the base exercise: reserve capacity valued at $1.25/MW-hr (midpoint of $1–1.5/MW). Headroom = up-reserve capacity; footroom = down-reserve capacity, classified hour-by-hour from the actual LP dispatch. Solar cannot provide reserve (variable, non-dispatchable) → $0. Storage → +$0.78M. Details on Slide 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5099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7790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 Note: we use DA prices specifically because the LP dispatch assumes perfect price foresight — realistic under DA (published in advance) but not under real-time (not knowable in advance). A parallel RT-basis run earns modestly more (solar $18.91M, storage $2.73M) precisely because it credits foreknowledge an RT-only strategy wouldn't really have.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$18.80M (551,454 MWh delivered; avg. capture price $34.10/MWh).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$1.98M ($39.56/kW-yr, $9.89/kWh-yr) — multi-cycle LP-optimized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$20.79M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($20,791,797) exceeds the simple sum of standalone solar + standalone storage ($20,781,773) by just $10,023 (+0.05%).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11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is classified hour-by-hour from its actual Q2b/c LP dispatch (footroom while charging, headroom while discharging, both simultaneously while idle) → +$0.78M (+39.5%). Combined reserve comes entirely from the storage component → +$0.78M (+3.8%).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(+0.05%)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 cost. Q2b already uses a per-day LP that finds multi-cycle dispatch under a zero-cost assumption — adding a realistic per-cycle degradation cost would temper that toward an economically optimal cycling frequency.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11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~22 yrs, Standalone Storage ~38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Closely matches (and slightly beats) standalone solar's payback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day-ahead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